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77"/>
    <p:restoredTop sz="94696"/>
  </p:normalViewPr>
  <p:slideViewPr>
    <p:cSldViewPr snapToGrid="0" snapToObjects="1">
      <p:cViewPr varScale="1">
        <p:scale>
          <a:sx n="63" d="100"/>
          <a:sy n="63" d="100"/>
        </p:scale>
        <p:origin x="184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7F071C-D147-2A46-ABF8-437E748EA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D4B668A-5873-8942-A280-FF7D7C988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32B4B8-A24D-6546-990E-E0629716A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B646-FA26-F244-863F-BC9FF1C549AA}" type="datetimeFigureOut">
              <a:rPr lang="it-IT" smtClean="0"/>
              <a:t>11/04/21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FE6B7F-2B5D-744D-85C2-47854813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3F61D3-4D16-A642-A91F-E25D065C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BCE4-8044-BA4F-A6C8-840428A174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779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0E9785-BB90-6E4D-B2F8-3A10D4BE1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89B861-56AC-2B4D-A37A-8F255309A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B061A9-93A7-8849-B5FF-EA8ADACB5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B646-FA26-F244-863F-BC9FF1C549AA}" type="datetimeFigureOut">
              <a:rPr lang="it-IT" smtClean="0"/>
              <a:t>11/04/21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41E051D-DB9B-E04D-8C26-B91131555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EC4CD2-DA6D-2948-A13C-782B2599C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BCE4-8044-BA4F-A6C8-840428A174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308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0BED05-CB9B-354E-930A-6E27A4734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89EF937-12D8-8641-ADFC-4A35EFAD8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BBE96F-1EE4-284F-B4D5-7B3FDCA3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B646-FA26-F244-863F-BC9FF1C549AA}" type="datetimeFigureOut">
              <a:rPr lang="it-IT" smtClean="0"/>
              <a:t>11/04/21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ED18F68-FB85-1143-A7AB-1B8784CC9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687982E-CDD5-1444-9236-B29C4B8D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BCE4-8044-BA4F-A6C8-840428A174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481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A977BD-D68C-0740-8398-6E3AEC3F7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D48DAF-C816-3A40-A6CE-1086A2C1B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258FC3-E24E-F04D-9BBD-A7E11ED5F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67C0AF8-7511-C142-9FB7-F5E0894A5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B646-FA26-F244-863F-BC9FF1C549AA}" type="datetimeFigureOut">
              <a:rPr lang="it-IT" smtClean="0"/>
              <a:t>11/04/21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80FD86-B856-E042-A0F8-A16CFB549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6189E54-88A4-F140-B1F7-525BF830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BCE4-8044-BA4F-A6C8-840428A174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578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803F21-0F99-3A4C-8B85-DE88CA032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01F63C-1BE3-5D49-BCA0-C887B1DAF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BA52461-B537-E745-83EB-CCF786C5D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E046843-8CF0-D549-8ABB-49241213B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519F16E-8C63-5E4A-99E4-8F92E348C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44D220-1B79-A04D-BACE-B8C0000A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B646-FA26-F244-863F-BC9FF1C549AA}" type="datetimeFigureOut">
              <a:rPr lang="it-IT" smtClean="0"/>
              <a:t>11/04/21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AC75D74-BA47-AB4B-A7B5-4989A903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F1378F7-9756-E243-9EF6-7D7909D47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BCE4-8044-BA4F-A6C8-840428A174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581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600621-A1FA-774D-B88D-AAD115BC1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8A73702-D9D1-7F44-A69E-9E5E082C7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B646-FA26-F244-863F-BC9FF1C549AA}" type="datetimeFigureOut">
              <a:rPr lang="it-IT" smtClean="0"/>
              <a:t>11/04/21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FAD4547-36C4-0841-8255-BA30DFF8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B597057-D313-4D46-84C6-3C3972B8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BCE4-8044-BA4F-A6C8-840428A174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794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7E7A346-33A2-2943-BF6E-6A08EA00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B646-FA26-F244-863F-BC9FF1C549AA}" type="datetimeFigureOut">
              <a:rPr lang="it-IT" smtClean="0"/>
              <a:t>11/04/21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5A6EF42-EA82-4842-A153-398C73A8C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CF53631-A190-D844-8796-219308D2A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BCE4-8044-BA4F-A6C8-840428A174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269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985345-AA00-F241-81F0-0FA15639E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BF4D20-6313-DA47-B49B-E79E3E735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5FD1F24-C7D1-E642-8547-14063D50B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8DDD6F-6CCA-9C4F-AF6D-83821020F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B646-FA26-F244-863F-BC9FF1C549AA}" type="datetimeFigureOut">
              <a:rPr lang="it-IT" smtClean="0"/>
              <a:t>11/04/21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4AF9EA0-72D6-0C49-8ACA-8627B17F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50B6D99-3868-2441-9538-0F1A8F90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BCE4-8044-BA4F-A6C8-840428A174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502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D262AB-1596-3C46-8C44-3FF56A7EA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1F0555B-73BD-B748-A20A-B06FCA7EA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E9C3AE-F5D0-FA41-95DA-4BE058217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7635F96-C304-1B41-BF52-557BDF3F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B646-FA26-F244-863F-BC9FF1C549AA}" type="datetimeFigureOut">
              <a:rPr lang="it-IT" smtClean="0"/>
              <a:t>11/04/21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02BFE6D-2CCE-3F4F-9D84-365FB2B75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7342E2-9310-A846-BC8A-F164EDBA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BCE4-8044-BA4F-A6C8-840428A174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5379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624DAB-C990-1147-8884-EB3D7B69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B020E7F-1D2D-2642-A99A-49B8FDA79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9D4094-07CB-AB49-A35C-7AAA97DB3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B646-FA26-F244-863F-BC9FF1C549AA}" type="datetimeFigureOut">
              <a:rPr lang="it-IT" smtClean="0"/>
              <a:t>11/04/21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183BEE-EE51-3F47-B0D4-7B4D3D219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96214C-C415-2D4A-9253-95A0C1777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BCE4-8044-BA4F-A6C8-840428A174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226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BB5F93F-482A-4B4A-AF4D-6ABC35346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FEC4E38-3D08-EE48-AE97-53214FB95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6154E5-57AE-D140-B4FC-C10E0C08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B646-FA26-F244-863F-BC9FF1C549AA}" type="datetimeFigureOut">
              <a:rPr lang="it-IT" smtClean="0"/>
              <a:t>11/04/21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BCF838-9412-9947-983A-5A7E583C7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6F10BA-4F4A-9342-AC4E-247C2CC2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BCE4-8044-BA4F-A6C8-840428A174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604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9652FD9-776B-1C40-AB0F-C6C0EC5CB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5EE3BC4-C29C-F343-8B53-CA049933B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297F71-589A-F149-93DA-62EBED424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DB646-FA26-F244-863F-BC9FF1C549AA}" type="datetimeFigureOut">
              <a:rPr lang="it-IT" smtClean="0"/>
              <a:t>11/04/21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6BF597-860D-3442-9840-BCEEFB991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96D9817-1FFB-A940-8AD6-1EF5C815E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BBCE4-8044-BA4F-A6C8-840428A174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686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56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Freeform: Shape 58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Freeform: Shape 60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Freeform: Shape 62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AB354EB-CDC0-7449-B47F-EAA055C8C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it-IT" sz="3300" b="1" dirty="0">
                <a:solidFill>
                  <a:srgbClr val="080808"/>
                </a:solidFill>
              </a:rPr>
              <a:t>MHW2</a:t>
            </a:r>
            <a:br>
              <a:rPr lang="it-IT" sz="3300" dirty="0">
                <a:solidFill>
                  <a:srgbClr val="080808"/>
                </a:solidFill>
              </a:rPr>
            </a:br>
            <a:r>
              <a:rPr lang="it-IT" sz="3300" dirty="0">
                <a:solidFill>
                  <a:srgbClr val="080808"/>
                </a:solidFill>
              </a:rPr>
              <a:t>ICS – Paolo Vasta</a:t>
            </a:r>
            <a:br>
              <a:rPr lang="it-IT" sz="3300" dirty="0">
                <a:solidFill>
                  <a:srgbClr val="080808"/>
                </a:solidFill>
              </a:rPr>
            </a:br>
            <a:r>
              <a:rPr lang="it-IT" sz="3300" dirty="0">
                <a:solidFill>
                  <a:srgbClr val="080808"/>
                </a:solidFill>
              </a:rPr>
              <a:t>Damiano Gammino </a:t>
            </a:r>
            <a:br>
              <a:rPr lang="it-IT" sz="3300" dirty="0">
                <a:solidFill>
                  <a:srgbClr val="080808"/>
                </a:solidFill>
              </a:rPr>
            </a:br>
            <a:r>
              <a:rPr lang="it-IT" sz="3300" dirty="0">
                <a:solidFill>
                  <a:srgbClr val="080808"/>
                </a:solidFill>
              </a:rPr>
              <a:t>(O46002074)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52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1674FD-2BFF-F846-9E6C-CD6CA8E90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760"/>
            <a:ext cx="10515600" cy="5811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3200" dirty="0"/>
              <a:t>Utilizzando </a:t>
            </a:r>
            <a:r>
              <a:rPr lang="it-IT" sz="3200" dirty="0" err="1"/>
              <a:t>href</a:t>
            </a:r>
            <a:r>
              <a:rPr lang="it-IT" sz="3200" dirty="0"/>
              <a:t> in locale, ho collegato la mia Homepage ad una nuova pagina html. In questa nuova pagina vi è un sondaggio rivolto agli alunni dell’istituto, per scoprire le mete preferite di quest’ultimi per la gita scolastica dell’anno accademico successivo.</a:t>
            </a:r>
          </a:p>
          <a:p>
            <a:pPr marL="0" indent="0">
              <a:buNone/>
            </a:pPr>
            <a:r>
              <a:rPr lang="it-IT" sz="3200" dirty="0"/>
              <a:t>Il caricamento dinamico è permesso dal file </a:t>
            </a:r>
            <a:r>
              <a:rPr lang="it-IT" sz="3200" dirty="0" err="1"/>
              <a:t>contents.js</a:t>
            </a:r>
            <a:r>
              <a:rPr lang="it-IT" sz="3200" dirty="0"/>
              <a:t> e la sua funzione è stata inserita nel file </a:t>
            </a:r>
            <a:r>
              <a:rPr lang="it-IT" sz="3200" dirty="0" err="1"/>
              <a:t>script.js</a:t>
            </a:r>
            <a:r>
              <a:rPr lang="it-IT" sz="3200" dirty="0"/>
              <a:t>.</a:t>
            </a:r>
          </a:p>
          <a:p>
            <a:pPr marL="0" indent="0">
              <a:buNone/>
            </a:pPr>
            <a:r>
              <a:rPr lang="it-IT" sz="3200" dirty="0"/>
              <a:t>È possibile, infatti, selezionare e deselezionare le proprie scelte, dopo aver letto la descrizione inerente alla città e anche cercare una città con l’aiuto della barra di ricerca.</a:t>
            </a:r>
          </a:p>
          <a:p>
            <a:pPr marL="0" indent="0">
              <a:buNone/>
            </a:pPr>
            <a:r>
              <a:rPr lang="it-IT" sz="3200" dirty="0"/>
              <a:t>Per quanto riguarda il </a:t>
            </a:r>
            <a:r>
              <a:rPr lang="it-IT" sz="3200" dirty="0" err="1"/>
              <a:t>footer</a:t>
            </a:r>
            <a:r>
              <a:rPr lang="it-IT" sz="3200" dirty="0"/>
              <a:t>, ho deciso di replicare lo stesso già visto nell’Homepage.</a:t>
            </a:r>
          </a:p>
        </p:txBody>
      </p:sp>
    </p:spTree>
    <p:extLst>
      <p:ext uri="{BB962C8B-B14F-4D97-AF65-F5344CB8AC3E}">
        <p14:creationId xmlns:p14="http://schemas.microsoft.com/office/powerpoint/2010/main" val="256914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776876-9DFC-E24A-8637-31153CB54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dirty="0"/>
              <a:t>Barra di ricerca </a:t>
            </a:r>
          </a:p>
        </p:txBody>
      </p:sp>
      <p:pic>
        <p:nvPicPr>
          <p:cNvPr id="5" name="Segnaposto contenuto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230F41E2-123A-DF4A-B3A5-C359E00C45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6114"/>
            <a:ext cx="5600700" cy="3784600"/>
          </a:xfr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2BB039A-2F98-8C4F-8213-91EC07D75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3615214"/>
            <a:ext cx="36195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883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B00275-A1CA-B44D-ABDA-EE9ED07A5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dirty="0"/>
              <a:t>Funzione ’’Aggiungi ai preferiti’’</a:t>
            </a:r>
          </a:p>
        </p:txBody>
      </p:sp>
      <p:pic>
        <p:nvPicPr>
          <p:cNvPr id="5" name="Segnaposto contenuto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1BFCEE48-0C8D-0B4B-8384-F2B7AF3BF1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351338" cy="4351338"/>
          </a:xfrm>
        </p:spPr>
      </p:pic>
      <p:pic>
        <p:nvPicPr>
          <p:cNvPr id="10" name="Immagine 9" descr="Immagine che contiene testo, esterni&#10;&#10;Descrizione generata automaticamente">
            <a:extLst>
              <a:ext uri="{FF2B5EF4-FFF2-40B4-BE49-F238E27FC236}">
                <a16:creationId xmlns:a16="http://schemas.microsoft.com/office/drawing/2014/main" id="{3B61A563-D6BF-AF4E-B0B2-7C843DF26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184" y="1702848"/>
            <a:ext cx="3360736" cy="433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311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74D99-568F-2947-9DDA-07CD75F63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>
                <a:solidFill>
                  <a:prstClr val="black"/>
                </a:solidFill>
              </a:rPr>
              <a:t>Funzione ’’Aggiungi ai preferiti’’</a:t>
            </a:r>
            <a:endParaRPr lang="it-IT" dirty="0"/>
          </a:p>
        </p:txBody>
      </p:sp>
      <p:pic>
        <p:nvPicPr>
          <p:cNvPr id="4" name="Segnaposto contenuto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F590D9FB-0B57-DB43-A364-2D286358E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7534"/>
            <a:ext cx="4729480" cy="41656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849C753-914C-2142-BA0B-492339F9C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116" y="1857531"/>
            <a:ext cx="3584684" cy="416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69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1D10E1-8166-5E4D-9944-8B58EC5CE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Funzione per mostrare e nascondere la descrizione di una città</a:t>
            </a:r>
          </a:p>
        </p:txBody>
      </p:sp>
      <p:pic>
        <p:nvPicPr>
          <p:cNvPr id="5" name="Segnaposto contenuto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2031FADE-001A-3F46-A5D5-22F79BE43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3100" y="2782094"/>
            <a:ext cx="5765800" cy="2438400"/>
          </a:xfrm>
        </p:spPr>
      </p:pic>
    </p:spTree>
    <p:extLst>
      <p:ext uri="{BB962C8B-B14F-4D97-AF65-F5344CB8AC3E}">
        <p14:creationId xmlns:p14="http://schemas.microsoft.com/office/powerpoint/2010/main" val="2437401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153</Words>
  <Application>Microsoft Macintosh PowerPoint</Application>
  <PresentationFormat>Widescreen</PresentationFormat>
  <Paragraphs>9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di Office</vt:lpstr>
      <vt:lpstr>MHW2 ICS – Paolo Vasta Damiano Gammino  (O46002074)</vt:lpstr>
      <vt:lpstr>Presentazione standard di PowerPoint</vt:lpstr>
      <vt:lpstr>Barra di ricerca </vt:lpstr>
      <vt:lpstr>Funzione ’’Aggiungi ai preferiti’’</vt:lpstr>
      <vt:lpstr>Funzione ’’Aggiungi ai preferiti’’</vt:lpstr>
      <vt:lpstr>Funzione per mostrare e nascondere la descrizione di una città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MHW2 ICS – Paolo Vasta Damiano Gammino  (O46002074)</dc:title>
  <dc:creator>DAMIANO GAMMINO</dc:creator>
  <cp:lastModifiedBy>DAMIANO GAMMINO</cp:lastModifiedBy>
  <cp:revision>5</cp:revision>
  <dcterms:created xsi:type="dcterms:W3CDTF">2021-04-11T21:11:17Z</dcterms:created>
  <dcterms:modified xsi:type="dcterms:W3CDTF">2021-04-11T21:56:32Z</dcterms:modified>
</cp:coreProperties>
</file>